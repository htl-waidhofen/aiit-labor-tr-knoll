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274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IT LAB – Labyrinth Speicherabbild (Stack &amp; Heap)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86753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HEAP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MainWindow mw 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Player player 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27432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int[,] labyrinth 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 cellSize = 40</a:t>
            </a:r>
          </a:p>
          <a:p>
            <a:r>
              <a:t>int viewRadius =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293962"/>
            <a:ext cx="3200400" cy="144923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MainWindow</a:t>
            </a:r>
            <a:r>
              <a:rPr dirty="0"/>
              <a:t> </a:t>
            </a:r>
            <a:r>
              <a:rPr dirty="0" err="1"/>
              <a:t>Objekt</a:t>
            </a:r>
            <a:endParaRPr dirty="0"/>
          </a:p>
          <a:p>
            <a:r>
              <a:rPr dirty="0"/>
              <a:t>- player →</a:t>
            </a:r>
          </a:p>
          <a:p>
            <a:r>
              <a:rPr dirty="0"/>
              <a:t>- labyrinth →</a:t>
            </a:r>
          </a:p>
          <a:p>
            <a:r>
              <a:rPr dirty="0"/>
              <a:t>- </a:t>
            </a:r>
            <a:r>
              <a:rPr dirty="0" err="1"/>
              <a:t>cellSize</a:t>
            </a:r>
            <a:r>
              <a:rPr dirty="0"/>
              <a:t> = 40</a:t>
            </a:r>
          </a:p>
          <a:p>
            <a:r>
              <a:rPr dirty="0"/>
              <a:t>- </a:t>
            </a:r>
            <a:r>
              <a:rPr dirty="0" err="1"/>
              <a:t>viewRadius</a:t>
            </a:r>
            <a:r>
              <a:rPr dirty="0"/>
              <a:t> =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881798"/>
            <a:ext cx="320040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Player Objekt</a:t>
            </a:r>
          </a:p>
          <a:p>
            <a:r>
              <a:t>X = 1</a:t>
            </a:r>
          </a:p>
          <a:p>
            <a:r>
              <a:t>Y = 1</a:t>
            </a:r>
          </a:p>
          <a:p>
            <a:r>
              <a:t>Shape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023360"/>
            <a:ext cx="32004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Ellipse </a:t>
            </a:r>
            <a:r>
              <a:rPr dirty="0" err="1"/>
              <a:t>Objekt</a:t>
            </a:r>
            <a:endParaRPr dirty="0"/>
          </a:p>
          <a:p>
            <a:r>
              <a:rPr dirty="0"/>
              <a:t>Width = 32</a:t>
            </a:r>
          </a:p>
          <a:p>
            <a:r>
              <a:rPr dirty="0"/>
              <a:t>Height = 32</a:t>
            </a:r>
          </a:p>
          <a:p>
            <a:r>
              <a:rPr dirty="0"/>
              <a:t>Fill = </a:t>
            </a:r>
            <a:r>
              <a:rPr dirty="0" err="1"/>
              <a:t>CornflowerBlue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486400" y="5256362"/>
            <a:ext cx="3200400" cy="124220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int[,] Array </a:t>
            </a:r>
            <a:r>
              <a:rPr dirty="0" err="1"/>
              <a:t>Objekt</a:t>
            </a:r>
            <a:r>
              <a:rPr dirty="0"/>
              <a:t> (15x15)</a:t>
            </a:r>
          </a:p>
          <a:p>
            <a:r>
              <a:rPr dirty="0"/>
              <a:t>[0,0] = 1</a:t>
            </a:r>
          </a:p>
          <a:p>
            <a:r>
              <a:rPr dirty="0"/>
              <a:t>...</a:t>
            </a:r>
          </a:p>
          <a:p>
            <a:r>
              <a:rPr dirty="0"/>
              <a:t>[13,13]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Bildschirmpräsentation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Tristan Knoll</dc:creator>
  <cp:keywords/>
  <dc:description>generated using python-pptx</dc:description>
  <cp:lastModifiedBy>Tristan Knoll</cp:lastModifiedBy>
  <cp:revision>2</cp:revision>
  <dcterms:created xsi:type="dcterms:W3CDTF">2013-01-27T09:14:16Z</dcterms:created>
  <dcterms:modified xsi:type="dcterms:W3CDTF">2026-02-27T11:12:44Z</dcterms:modified>
  <cp:category/>
</cp:coreProperties>
</file>